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Mango Sales and Management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22860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Mubeen  (2022-GCBM-559)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Information 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Arslan Munir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Govt. Graduate College Muzaffargarh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Introduction &amp; 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Objectives &amp;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Literature Review Highlights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Proposed System &amp; 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System Design (Architecture, Roles, Modules)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Implementation &amp; Technology 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Testing &amp; Evaluation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Conclusion &amp; Future 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is a top mango producer, yet the trade remains middlemen-driven.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09728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middlemen dependency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Arthis take 30–40% of retail value before it reaches growers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11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selling channel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farmers lack a platform to reach customers directly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109728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51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opacity &amp; distrust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pricing harms buyer confidence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109728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918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order handling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Delays, errors, and no real-time inventory tracking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86200"/>
            <a:ext cx="109728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9319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Post-harvest losses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35–40% of annual mango harvest lost to inefficient supply chains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88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marketplace for direct farmer-to-customer mango sales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43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2120" y="1188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middlemen to improve farmer profitability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online payments (Stripe, PayPal, COD) &amp; order 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inventory management &amp; product updates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portals for Customers, Farmers, and Admins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data for transparency, reporting &amp;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 registration, login &amp; browsing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Online ordering &amp; secure payments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Order tracking &amp; feedback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Farmer product listing &amp; inventory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 user / order / product oversight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Reporting &amp; analytics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Role-based access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Native mobile application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External logistics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AI-based quality grading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 licensing / international shipping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– 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et al. (2020)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Direct-to-consumer digital channels ↑ farmer income ~23%, ↓ post-harvest losses ~18%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&amp; Raza (2019)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Arthi commissions consume 30–40% of retail value; tech-driven disintermediation recommended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Ahmad et al. (2021)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surveyed Punjab farmers interested in online sales; lack of platform is main barrier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Zhao &amp; Li (2018)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27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Multi-module platforms (listing + inventory + payments) achieve ~3× transaction volume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Iqbal et al. (2022)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13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loses 35–40% of mango harvest; digitizing fulfillment can cut losses up to 25%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role-based portals sharing one common database for real-time consistency.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/ 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mangoes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&amp; Checkout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3258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fulfillment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reports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alerts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oversight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control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analytics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33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0332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JavaScript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5819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(Laravel Framework)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30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30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79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679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Stripe, PayPal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227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XAMPP, VS Code, phpMyAdmin, GitHub, Postman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76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7764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Model (as per approved synopsis)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Implemented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Registration, login, role-based access (Customer / Farmer / Admin)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 varieties with price, stock, farmer &amp; origin details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167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Add/update/remove items, quantity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67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Address, payment method (COD / Stripe / PayPal demo)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stock deduction on order placement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Panel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products, update stock, view orders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Stats, users, products, order status management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history for customers; sales view for farmers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Functional, integration, security, and user-acceptance testing performed.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Login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listing &amp; stock update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&amp; order placement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deduction on order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&amp; order status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(bcrypt)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Cross-role data isolation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Working 3-role web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Direct farmer–customer channel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Inventory &amp; order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Role-based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Open-source, low-cost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Payment webhooks (Stripe/PayPal)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Live exchange-rate for PayPal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Low-stock email/SMS alerts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Third-party logistics tracking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Native mobile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MTNMANGOES  |  Final Year Project  |  BS 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2788920"/>
            <a:ext cx="18288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Mubeen  ·  2022-GCBM-559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Information 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Govt. Graduate College Muzaffargarh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Arslan Munir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MTNMANGOES – Online Mango Sales and Management System</dc:title>
  <dc:subject>Final Year Project Presentation - BS IT</dc:subject>
  <dc:creator>Muhammad Mubeen</dc:creator>
  <cp:lastModifiedBy>Muhammad Mubeen</cp:lastModifiedBy>
  <cp:revision>1</cp:revision>
  <dcterms:created xsi:type="dcterms:W3CDTF">2026-09-02T13:08:17Z</dcterms:created>
  <dcterms:modified xsi:type="dcterms:W3CDTF">2026-09-02T13:08:17Z</dcterms:modified>
</cp:coreProperties>
</file>